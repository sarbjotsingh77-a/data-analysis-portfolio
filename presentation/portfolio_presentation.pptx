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1828800" cy="18288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Portfolio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Sarbjot Singh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(AI &amp; Data Science)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905256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33088"/>
            <a:ext cx="813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4133088"/>
            <a:ext cx="905256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133088"/>
            <a:ext cx="813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4133088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4133088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4133088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41330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4133088"/>
            <a:ext cx="1010412" cy="292608"/>
          </a:xfrm>
          <a:prstGeom prst="roundRect">
            <a:avLst>
              <a:gd name="adj" fmla="val 15625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4133088"/>
            <a:ext cx="9189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00200" cy="1828800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600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1051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764792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Sales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03120" y="960120"/>
            <a:ext cx="1600200" cy="1828800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03120" y="960120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188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76272" y="1051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94560" y="1764792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931920" y="960120"/>
            <a:ext cx="1600200" cy="1828800"/>
          </a:xfrm>
          <a:prstGeom prst="rect">
            <a:avLst/>
          </a:prstGeom>
          <a:solidFill>
            <a:srgbClr val="132035"/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31920" y="960120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1887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05072" y="1051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023360" y="1764792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760720" y="960120"/>
            <a:ext cx="1600200" cy="182880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60720" y="96012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1887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33872" y="1051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852160" y="1764792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589520" y="960120"/>
            <a:ext cx="1600200" cy="1828800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89520" y="960120"/>
            <a:ext cx="1600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1887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62672" y="1051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680960" y="1764792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274320" y="3063240"/>
            <a:ext cx="8595360" cy="100584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74320" y="3063240"/>
            <a:ext cx="54864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720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34107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practical data analysis and visualization skills across diverse real-world domains.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Sales Analysis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38912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841248"/>
            <a:ext cx="45720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trends and customer behavior across product categories.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43891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identified across time periods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ranked and analyzed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preferences evaluated by customer segment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188720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188720"/>
            <a:ext cx="45720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47488" y="1325880"/>
            <a:ext cx="256032" cy="25603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76672" y="1298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Chart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1847088"/>
            <a:ext cx="45720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47488" y="1984248"/>
            <a:ext cx="256032" cy="25603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76672" y="1956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Revenue Chart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2505456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2505456"/>
            <a:ext cx="45720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488" y="2642616"/>
            <a:ext cx="256032" cy="256032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76672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 Chart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38912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841248"/>
            <a:ext cx="4572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academic performance and the impact of attendance on outcomes.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43891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positively influences academic performance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analysis completed across cohorts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distribution evaluated and visualized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188720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188720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47488" y="1325880"/>
            <a:ext cx="256032" cy="25603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76672" y="1298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vs Marks Scatter Plot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184708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47488" y="1984248"/>
            <a:ext cx="256032" cy="25603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76672" y="1956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Performance Chart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2505456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2505456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488" y="2642616"/>
            <a:ext cx="256032" cy="256032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76672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Distribution Pie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Analysis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38912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841248"/>
            <a:ext cx="457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weather patterns and identify seasonal trends over time.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43891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trends identified across seasons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distribution analyzed by region/month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performed across weather variables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188720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188720"/>
            <a:ext cx="45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47488" y="1325880"/>
            <a:ext cx="256032" cy="25603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76672" y="1298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 Line Chart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1847088"/>
            <a:ext cx="45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47488" y="1984248"/>
            <a:ext cx="256032" cy="25603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76672" y="1956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Distribution Bar Chart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2505456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2505456"/>
            <a:ext cx="45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488" y="2642616"/>
            <a:ext cx="256032" cy="25603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76672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Analysis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38912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841248"/>
            <a:ext cx="45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key factors that affect residential property prices.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43891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(sq. ft.) significantly impacts price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neighborhood affects overall valuation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and amenities influence pricing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188720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188720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47488" y="1325880"/>
            <a:ext cx="256032" cy="25603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76672" y="1298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vs Price Scatter Plot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184708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47488" y="1984248"/>
            <a:ext cx="256032" cy="25603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76672" y="1956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Location-wise Price Comparison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2505456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2505456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488" y="2642616"/>
            <a:ext cx="256032" cy="256032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76672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Distribution Chart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Analysis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13232"/>
            <a:ext cx="8595360" cy="18288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38912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841248"/>
            <a:ext cx="4572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stock market performance and financial risk metrics.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43891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calculated and visualized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 evaluated across market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measured using rolling standard deviation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188720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188720"/>
            <a:ext cx="4572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47488" y="1325880"/>
            <a:ext cx="256032" cy="256032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76672" y="1298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Line Chart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1847088"/>
            <a:ext cx="4572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47488" y="1984248"/>
            <a:ext cx="256032" cy="256032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76672" y="1956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Distribution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37760" y="2505456"/>
            <a:ext cx="3886200" cy="530352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2505456"/>
            <a:ext cx="4572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488" y="2642616"/>
            <a:ext cx="256032" cy="256032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76672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Volatility Analysis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5720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024128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drives sales — understanding payment and product preferences enables smarter inventory decisions.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709928"/>
            <a:ext cx="859536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709928"/>
            <a:ext cx="457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8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1819656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impacts academic success — regular attendance shows measurable improvement in student outcomes.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2505456"/>
            <a:ext cx="859536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505456"/>
            <a:ext cx="4572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83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615184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patterns reveal seasonal trends — enabling better planning for agriculture, energy, and logistics.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3300984"/>
            <a:ext cx="859536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74320" y="3300984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8386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" y="3410712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prices depend on multiple factors — area, location, and property type together determine market value.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74320" y="4096512"/>
            <a:ext cx="859536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74320" y="4096512"/>
            <a:ext cx="4572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7939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6112" y="4206240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show measurable risk patterns — volatility and daily returns guide investment strategy.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43200" cy="38404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9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270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508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841248"/>
            <a:ext cx="274320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859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74320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270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15087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91840" y="2121408"/>
            <a:ext cx="274320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2768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58768" y="22585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291840" y="2871216"/>
            <a:ext cx="274320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02666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58768" y="30083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291840" y="3621024"/>
            <a:ext cx="274320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77647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58768" y="37581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841248"/>
            <a:ext cx="265176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309360" y="8595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17920" y="1371600"/>
            <a:ext cx="265176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52704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84848" y="15087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17920" y="2121408"/>
            <a:ext cx="265176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276856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84848" y="2258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217920" y="2871216"/>
            <a:ext cx="2651760" cy="59436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026664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84848" y="30083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651760" cy="822960"/>
          </a:xfrm>
          <a:prstGeom prst="rect">
            <a:avLst/>
          </a:prstGeom>
          <a:solidFill>
            <a:srgbClr val="132035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1371600"/>
            <a:ext cx="2651760" cy="822960"/>
          </a:xfrm>
          <a:prstGeom prst="rect">
            <a:avLst/>
          </a:prstGeom>
          <a:solidFill>
            <a:srgbClr val="132035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08960" y="137160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727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0" y="1371600"/>
            <a:ext cx="2651760" cy="822960"/>
          </a:xfrm>
          <a:prstGeom prst="rect">
            <a:avLst/>
          </a:prstGeom>
          <a:solidFill>
            <a:srgbClr val="132035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0" y="1371600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727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74320" y="2468880"/>
            <a:ext cx="2651760" cy="82296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4688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700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2706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108960" y="2468880"/>
            <a:ext cx="2651760" cy="822960"/>
          </a:xfrm>
          <a:prstGeom prst="rect">
            <a:avLst/>
          </a:prstGeom>
          <a:solidFill>
            <a:srgbClr val="132035"/>
          </a:solidFill>
          <a:ln w="12700">
            <a:solidFill>
              <a:srgbClr val="FF6B6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108960" y="2468880"/>
            <a:ext cx="26517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67004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49040" y="2706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1828800" y="3749040"/>
            <a:ext cx="5486400" cy="1051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828800" y="3794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9" name="Text 22"/>
          <p:cNvSpPr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Sarbjot Singh  |  B.Tech AI &amp; Data Science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Multi-Domain Data Analysis Portfolio</dc:title>
  <dc:subject>PptxGenJS Presentation</dc:subject>
  <dc:creator>Sarbjot Singh</dc:creator>
  <cp:lastModifiedBy>Sarbjot Singh</cp:lastModifiedBy>
  <cp:revision>1</cp:revision>
  <dcterms:created xsi:type="dcterms:W3CDTF">2026-06-07T20:55:31Z</dcterms:created>
  <dcterms:modified xsi:type="dcterms:W3CDTF">2026-06-07T20:55:31Z</dcterms:modified>
</cp:coreProperties>
</file>